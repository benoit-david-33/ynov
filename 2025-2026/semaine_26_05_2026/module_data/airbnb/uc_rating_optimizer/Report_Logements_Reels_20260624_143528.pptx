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1B5"/>
                </a:solidFill>
              </a:rPr>
              <a:t>Validation terrain — Logements réels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</a:rPr>
              <a:t>3 logement(s)
Bordeaux — sélection aléatoire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474720"/>
            <a:ext cx="2560320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1B5"/>
                </a:solidFill>
              </a:rPr>
              <a:t>24/06/2026  •  14:35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EF8"/>
                </a:solidFill>
              </a:rPr>
              <a:t>UC Rating Optimizer  •  Airbnb Bordeaux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46320"/>
            <a:ext cx="3017520" cy="685800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194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1×  Faible (&lt; 4.5)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4846320"/>
            <a:ext cx="3017520" cy="68580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49194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1×  Bon (4.5–4.79)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4846320"/>
            <a:ext cx="3017520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49194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1×  Excellent (4.8+)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1B5"/>
                </a:solidFill>
              </a:rPr>
              <a:t>Logement 1 / 3  —  ID 29515302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Entire rental unit  •  Bordeaux Sud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73152"/>
            <a:ext cx="1965960" cy="822960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9144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⭐  4.43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548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Faible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60120"/>
            <a:ext cx="3246120" cy="564184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960120"/>
            <a:ext cx="54864" cy="5641848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1463040" cy="8686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💬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avis analysés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051560"/>
            <a:ext cx="1463040" cy="868680"/>
          </a:xfrm>
          <a:prstGeom prst="rect">
            <a:avLst/>
          </a:prstGeom>
          <a:solidFill>
            <a:srgbClr val="9A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🏠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équipements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2029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F8EF8"/>
                </a:solidFill>
              </a:rPr>
              <a:t>Sous-scores actuels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2331720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23682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Précision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9160" y="2404872"/>
            <a:ext cx="688634" cy="16459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2368296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46A6A"/>
                </a:solidFill>
              </a:rPr>
              <a:t>4.43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2715768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27523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Propreté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2788920"/>
            <a:ext cx="643554" cy="16459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34640" y="2752344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46A6A"/>
                </a:solidFill>
              </a:rPr>
              <a:t>4.14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3099815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" y="313639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Check-in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3172967"/>
            <a:ext cx="755477" cy="16459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34640" y="3136391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46A6A"/>
                </a:solidFill>
              </a:rPr>
              <a:t>4.86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3483863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" y="352043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Communication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3557015"/>
            <a:ext cx="755477" cy="16459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40" y="3520439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46A6A"/>
                </a:solidFill>
              </a:rPr>
              <a:t>4.86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" y="3867911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" y="390448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Localisation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941063"/>
            <a:ext cx="755477" cy="16459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3904487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46A6A"/>
                </a:solidFill>
              </a:rPr>
              <a:t>4.86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4251960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" y="42885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Rapport qualité/prix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4325112"/>
            <a:ext cx="710397" cy="16459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34640" y="4288536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46A6A"/>
                </a:solidFill>
              </a:rPr>
              <a:t>4.57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" y="48463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6A6A"/>
                </a:solidFill>
              </a:rPr>
              <a:t>❌  Top absents vs Excellent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" y="512064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  •  Wifi  (87%)
  •  Essentials  (79%)
  •  Dishes and silverware  (79%)
  •  Bed linens  (78%)</a:t>
            </a:r>
          </a:p>
        </p:txBody>
      </p:sp>
      <p:pic>
        <p:nvPicPr>
          <p:cNvPr id="44" name="Picture 43" descr="_tmp_slide_29515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05840"/>
            <a:ext cx="8741664" cy="324612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355848" y="4700016"/>
            <a:ext cx="8741664" cy="36576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55848" y="4736592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4F8EF8"/>
                </a:solidFill>
              </a:rPr>
              <a:t>Actions </a:t>
            </a:r>
            <a:r>
              <a:rPr sz="900" b="1" dirty="0" err="1">
                <a:solidFill>
                  <a:srgbClr val="4F8EF8"/>
                </a:solidFill>
              </a:rPr>
              <a:t>prioritaires</a:t>
            </a:r>
            <a:endParaRPr sz="900" b="1" dirty="0">
              <a:solidFill>
                <a:srgbClr val="4F8EF8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55848" y="5056632"/>
            <a:ext cx="4325112" cy="75895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29000" y="5120640"/>
            <a:ext cx="421538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b="0" dirty="0">
                <a:solidFill>
                  <a:srgbClr val="FFFFFF"/>
                </a:solidFill>
              </a:rPr>
              <a:t>-</a:t>
            </a:r>
            <a:r>
              <a:rPr sz="850" b="0" dirty="0">
                <a:solidFill>
                  <a:srgbClr val="FFFFFF"/>
                </a:solidFill>
              </a:rPr>
              <a:t> </a:t>
            </a:r>
            <a:r>
              <a:rPr sz="850" b="0" dirty="0" err="1">
                <a:solidFill>
                  <a:srgbClr val="FFFFFF"/>
                </a:solidFill>
              </a:rPr>
              <a:t>Wifi</a:t>
            </a:r>
            <a:r>
              <a:rPr sz="850" b="0" dirty="0">
                <a:solidFill>
                  <a:srgbClr val="FFFFFF"/>
                </a:solidFill>
              </a:rPr>
              <a:t>  (87% des Excellent)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5056632"/>
            <a:ext cx="4325112" cy="758952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45552" y="5120640"/>
            <a:ext cx="421538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b="0" dirty="0">
                <a:solidFill>
                  <a:srgbClr val="FFFFFF"/>
                </a:solidFill>
              </a:rPr>
              <a:t>-</a:t>
            </a:r>
            <a:r>
              <a:rPr sz="850" b="0" dirty="0">
                <a:solidFill>
                  <a:srgbClr val="FFFFFF"/>
                </a:solidFill>
              </a:rPr>
              <a:t> </a:t>
            </a:r>
            <a:r>
              <a:rPr sz="850" b="0" dirty="0" err="1">
                <a:solidFill>
                  <a:srgbClr val="FFFFFF"/>
                </a:solidFill>
              </a:rPr>
              <a:t>Précision</a:t>
            </a:r>
            <a:r>
              <a:rPr sz="850" b="0" dirty="0">
                <a:solidFill>
                  <a:srgbClr val="FFFFFF"/>
                </a:solidFill>
              </a:rPr>
              <a:t>  (</a:t>
            </a:r>
            <a:r>
              <a:rPr sz="850" b="0" dirty="0" err="1">
                <a:solidFill>
                  <a:srgbClr val="FFFFFF"/>
                </a:solidFill>
              </a:rPr>
              <a:t>écart</a:t>
            </a:r>
            <a:r>
              <a:rPr sz="850" b="0" dirty="0">
                <a:solidFill>
                  <a:srgbClr val="FFFFFF"/>
                </a:solidFill>
              </a:rPr>
              <a:t> -0.72)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0" y="6629400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AA1B5"/>
                </a:solidFill>
              </a:rPr>
              <a:t>UC Rating Optimizer  •  Airbnb Bordeaux  •  24/06/2026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1B5"/>
                </a:solidFill>
              </a:rPr>
              <a:t>Logement 2 / 3  —  ID 781035064358482215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Entire rental unit  •  Caudran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73152"/>
            <a:ext cx="1965960" cy="82296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9144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⭐  4.67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548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Bon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60120"/>
            <a:ext cx="3246120" cy="564184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960120"/>
            <a:ext cx="54864" cy="56418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1463040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💬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avis analysés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051560"/>
            <a:ext cx="1463040" cy="868680"/>
          </a:xfrm>
          <a:prstGeom prst="rect">
            <a:avLst/>
          </a:prstGeom>
          <a:solidFill>
            <a:srgbClr val="9A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🏠 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équipements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2029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</a:rPr>
              <a:t>Sous-scores actuels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2331720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23682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Précision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99310" y="2410713"/>
            <a:ext cx="766358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28290" y="2368296"/>
            <a:ext cx="4114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79344"/>
                </a:solidFill>
              </a:rPr>
              <a:t>4.93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2715768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27523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Propreté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99310" y="2788920"/>
            <a:ext cx="694852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70632" y="2752344"/>
            <a:ext cx="46634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79344"/>
                </a:solidFill>
              </a:rPr>
              <a:t>4.47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3099815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" y="313639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Check-in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9310" y="3172967"/>
            <a:ext cx="777240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34640" y="3136391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79344"/>
                </a:solidFill>
              </a:rPr>
              <a:t>5.00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3483863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" y="352043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Communication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93869" y="3547999"/>
            <a:ext cx="777240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40" y="3520439"/>
            <a:ext cx="4114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79344"/>
                </a:solidFill>
              </a:rPr>
              <a:t>5.00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" y="3867911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" y="390448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Localisation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93869" y="3950207"/>
            <a:ext cx="746150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3904487"/>
            <a:ext cx="4114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79344"/>
                </a:solidFill>
              </a:rPr>
              <a:t>4.80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4251960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" y="42885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Rapport qualité/prix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99310" y="4312158"/>
            <a:ext cx="735269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34640" y="4288536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79344"/>
                </a:solidFill>
              </a:rPr>
              <a:t>4.73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" y="48463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6A6A"/>
                </a:solidFill>
              </a:rPr>
              <a:t>❌  Top absents vs Excellent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" y="512064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  •  Smoke alarm  (79%)
  •  Free street parking  (60%)
  •  TV  (58%)
  •  Cleaning products  (58%)</a:t>
            </a:r>
          </a:p>
        </p:txBody>
      </p:sp>
      <p:pic>
        <p:nvPicPr>
          <p:cNvPr id="44" name="Picture 43" descr="_tmp_slide_781035064358482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05840"/>
            <a:ext cx="8741664" cy="324612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355848" y="4700016"/>
            <a:ext cx="8741664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55848" y="4736592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34D399"/>
                </a:solidFill>
              </a:rPr>
              <a:t>Actions </a:t>
            </a:r>
            <a:r>
              <a:rPr sz="900" b="1" dirty="0" err="1">
                <a:solidFill>
                  <a:srgbClr val="34D399"/>
                </a:solidFill>
              </a:rPr>
              <a:t>prioritaires</a:t>
            </a:r>
            <a:endParaRPr sz="900" b="1" dirty="0">
              <a:solidFill>
                <a:srgbClr val="34D399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55848" y="5056632"/>
            <a:ext cx="2852928" cy="676656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29000" y="5120640"/>
            <a:ext cx="27432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b="0" dirty="0">
                <a:solidFill>
                  <a:srgbClr val="FFFFFF"/>
                </a:solidFill>
              </a:rPr>
              <a:t>-</a:t>
            </a:r>
            <a:r>
              <a:rPr sz="850" b="0" dirty="0">
                <a:solidFill>
                  <a:srgbClr val="FFFFFF"/>
                </a:solidFill>
              </a:rPr>
              <a:t> Smoke alarm  (79% des Excellent)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216" y="5056632"/>
            <a:ext cx="2852928" cy="676656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73368" y="5120640"/>
            <a:ext cx="27432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b="0" dirty="0">
                <a:solidFill>
                  <a:srgbClr val="FFFFFF"/>
                </a:solidFill>
              </a:rPr>
              <a:t>-</a:t>
            </a:r>
            <a:r>
              <a:rPr sz="850" b="0" dirty="0">
                <a:solidFill>
                  <a:srgbClr val="FFFFFF"/>
                </a:solidFill>
              </a:rPr>
              <a:t> </a:t>
            </a:r>
            <a:r>
              <a:rPr sz="850" b="0" dirty="0" err="1">
                <a:solidFill>
                  <a:srgbClr val="FFFFFF"/>
                </a:solidFill>
              </a:rPr>
              <a:t>Climatisation</a:t>
            </a:r>
            <a:r>
              <a:rPr sz="850" b="0" dirty="0">
                <a:solidFill>
                  <a:srgbClr val="FFFFFF"/>
                </a:solidFill>
              </a:rPr>
              <a:t> / </a:t>
            </a:r>
            <a:r>
              <a:rPr sz="850" b="0" dirty="0" err="1">
                <a:solidFill>
                  <a:srgbClr val="FFFFFF"/>
                </a:solidFill>
              </a:rPr>
              <a:t>Chauffage</a:t>
            </a:r>
            <a:r>
              <a:rPr sz="850" b="0" dirty="0">
                <a:solidFill>
                  <a:srgbClr val="FFFFFF"/>
                </a:solidFill>
              </a:rPr>
              <a:t>  (6.7% des avis)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44584" y="5056632"/>
            <a:ext cx="2852928" cy="676656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17736" y="5120640"/>
            <a:ext cx="27432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b="0" dirty="0">
                <a:solidFill>
                  <a:srgbClr val="FFFFFF"/>
                </a:solidFill>
              </a:rPr>
              <a:t>- </a:t>
            </a:r>
            <a:r>
              <a:rPr sz="850" b="0" dirty="0" err="1">
                <a:solidFill>
                  <a:srgbClr val="FFFFFF"/>
                </a:solidFill>
              </a:rPr>
              <a:t>Précision</a:t>
            </a:r>
            <a:r>
              <a:rPr sz="850" b="0" dirty="0">
                <a:solidFill>
                  <a:srgbClr val="FFFFFF"/>
                </a:solidFill>
              </a:rPr>
              <a:t>  (</a:t>
            </a:r>
            <a:r>
              <a:rPr sz="850" b="0" dirty="0" err="1">
                <a:solidFill>
                  <a:srgbClr val="FFFFFF"/>
                </a:solidFill>
              </a:rPr>
              <a:t>écart</a:t>
            </a:r>
            <a:r>
              <a:rPr sz="850" b="0" dirty="0">
                <a:solidFill>
                  <a:srgbClr val="FFFFFF"/>
                </a:solidFill>
              </a:rPr>
              <a:t> -0.40)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0" y="6629400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AA1B5"/>
                </a:solidFill>
              </a:rPr>
              <a:t>UC Rating Optimizer  •  Airbnb Bordeaux  •  24/06/2026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1B5"/>
                </a:solidFill>
              </a:rPr>
              <a:t>Logement 3 / 3  —  ID 1171759926822053637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Entire home  •  Villenave-d'Ornon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73152"/>
            <a:ext cx="1965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9144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⭐  4.88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548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60120"/>
            <a:ext cx="3246120" cy="564184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960120"/>
            <a:ext cx="54864" cy="5641848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1463040" cy="8686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💬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avis analysés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051560"/>
            <a:ext cx="1463040" cy="868680"/>
          </a:xfrm>
          <a:prstGeom prst="rect">
            <a:avLst/>
          </a:prstGeom>
          <a:solidFill>
            <a:srgbClr val="9A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🏠 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équipements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2029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344"/>
                </a:solidFill>
              </a:rPr>
              <a:t>Sous-scores actuels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2331720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23682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Précision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5050" y="2404872"/>
            <a:ext cx="749259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2368296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4.82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2715768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27523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Propreté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35723" y="2788920"/>
            <a:ext cx="767913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34640" y="2752344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4D399"/>
                </a:solidFill>
              </a:rPr>
              <a:t>4.94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3099815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" y="313639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Check-in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26396" y="3172967"/>
            <a:ext cx="767913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34640" y="3136391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4D399"/>
                </a:solidFill>
              </a:rPr>
              <a:t>4.94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3483863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" y="352043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Communication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6396" y="3557015"/>
            <a:ext cx="758586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40" y="3520439"/>
            <a:ext cx="4114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4D399"/>
                </a:solidFill>
              </a:rPr>
              <a:t>4.88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" y="3867911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" y="390448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Localisation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35723" y="3941063"/>
            <a:ext cx="739932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3904487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4D399"/>
                </a:solidFill>
              </a:rPr>
              <a:t>4.76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4251960"/>
            <a:ext cx="3017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" y="42885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Rapport qualité/prix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31060" y="4325112"/>
            <a:ext cx="749259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34640" y="4288536"/>
            <a:ext cx="4023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4D399"/>
                </a:solidFill>
              </a:rPr>
              <a:t>4.82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" y="48463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6A6A"/>
                </a:solidFill>
              </a:rPr>
              <a:t>❌  Top absents vs Excellent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" y="512064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  •  Essentials  (74%)
  •  Free parking on premises  (74%)
  •  Heating  (51%)
  •  Room-darkening shades  (42%)</a:t>
            </a:r>
          </a:p>
        </p:txBody>
      </p:sp>
      <p:pic>
        <p:nvPicPr>
          <p:cNvPr id="44" name="Picture 43" descr="_tmp_slide_11717599268220536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05840"/>
            <a:ext cx="8741664" cy="324612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355848" y="4700016"/>
            <a:ext cx="8741664" cy="36576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55848" y="4736592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F79344"/>
                </a:solidFill>
              </a:rPr>
              <a:t> Actions </a:t>
            </a:r>
            <a:r>
              <a:rPr sz="900" b="1" dirty="0" err="1">
                <a:solidFill>
                  <a:srgbClr val="F79344"/>
                </a:solidFill>
              </a:rPr>
              <a:t>prioritaires</a:t>
            </a:r>
            <a:endParaRPr sz="900" b="1" dirty="0">
              <a:solidFill>
                <a:srgbClr val="F79344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55848" y="5056632"/>
            <a:ext cx="4325112" cy="1545336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29000" y="5120640"/>
            <a:ext cx="421538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b="0" dirty="0">
                <a:solidFill>
                  <a:srgbClr val="FFFFFF"/>
                </a:solidFill>
              </a:rPr>
              <a:t>-</a:t>
            </a:r>
            <a:r>
              <a:rPr sz="850" b="0" dirty="0">
                <a:solidFill>
                  <a:srgbClr val="FFFFFF"/>
                </a:solidFill>
              </a:rPr>
              <a:t> Essentials  (74% des Excellent)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5056632"/>
            <a:ext cx="4325112" cy="1545336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45552" y="5120640"/>
            <a:ext cx="421538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b="0" dirty="0">
                <a:solidFill>
                  <a:srgbClr val="FFFFFF"/>
                </a:solidFill>
              </a:rPr>
              <a:t>- </a:t>
            </a:r>
            <a:r>
              <a:rPr sz="850" b="0" dirty="0" err="1">
                <a:solidFill>
                  <a:srgbClr val="FFFFFF"/>
                </a:solidFill>
              </a:rPr>
              <a:t>Précision</a:t>
            </a:r>
            <a:r>
              <a:rPr sz="850" b="0" dirty="0">
                <a:solidFill>
                  <a:srgbClr val="FFFFFF"/>
                </a:solidFill>
              </a:rPr>
              <a:t>  (</a:t>
            </a:r>
            <a:r>
              <a:rPr sz="850" b="0" dirty="0" err="1">
                <a:solidFill>
                  <a:srgbClr val="FFFFFF"/>
                </a:solidFill>
              </a:rPr>
              <a:t>écart</a:t>
            </a:r>
            <a:r>
              <a:rPr sz="850" b="0" dirty="0">
                <a:solidFill>
                  <a:srgbClr val="FFFFFF"/>
                </a:solidFill>
              </a:rPr>
              <a:t> -0.10)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0" y="6629400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AA1B5"/>
                </a:solidFill>
              </a:rPr>
              <a:t>UC Rating Optimizer  •  Airbnb Bordeaux  •  24/06/2026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1B5"/>
                </a:solidFill>
              </a:rPr>
              <a:t>UC Rating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86200"/>
            <a:ext cx="3044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1B5"/>
                </a:solidFill>
              </a:rPr>
              <a:t>Airbnb Bordeaux — Analyse data &amp; recommandations personnalisées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365</Words>
  <Application>Microsoft Office PowerPoint</Application>
  <PresentationFormat>Personnalisé</PresentationFormat>
  <Paragraphs>92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Benoît DAVID</cp:lastModifiedBy>
  <cp:revision>3</cp:revision>
  <dcterms:created xsi:type="dcterms:W3CDTF">2013-01-27T09:14:16Z</dcterms:created>
  <dcterms:modified xsi:type="dcterms:W3CDTF">2026-06-24T14:54:50Z</dcterms:modified>
  <cp:category/>
</cp:coreProperties>
</file>