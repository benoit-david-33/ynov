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1B5"/>
                </a:solidFill>
              </a:rPr>
              <a:t>Validation terrain — Logements réels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</a:rPr>
              <a:t>3 logement(s)
Bordeaux — sélection aléatoire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474720"/>
            <a:ext cx="2560320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1B5"/>
                </a:solidFill>
              </a:rPr>
              <a:t>24/06/2026  •  14:27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F8EF8"/>
                </a:solidFill>
              </a:rPr>
              <a:t>UC Rating Optimizer  •  Airbnb Bordeaux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46320"/>
            <a:ext cx="3017520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9194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2×  Excellent (4.8+)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4846320"/>
            <a:ext cx="3017520" cy="68580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49194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1×  Bon (4.5–4.79)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1B5"/>
                </a:solidFill>
              </a:rPr>
              <a:t>Logement 1 / 3  —  ID 1446415262466427089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02336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Entire rental unit  •  Chartrons - Grand Parc - Jardin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73152"/>
            <a:ext cx="1965960" cy="82296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9144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⭐  4.78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548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Bon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60120"/>
            <a:ext cx="3246120" cy="589788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1463040" cy="8686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💬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avis analysés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051560"/>
            <a:ext cx="1463040" cy="868680"/>
          </a:xfrm>
          <a:prstGeom prst="rect">
            <a:avLst/>
          </a:prstGeom>
          <a:solidFill>
            <a:srgbClr val="9A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🏠 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équipements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2029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F8EF8"/>
                </a:solidFill>
              </a:rPr>
              <a:t>Sous-scores actuels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331720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Précision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395728"/>
            <a:ext cx="804854" cy="1828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35915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79344"/>
                </a:solidFill>
              </a:rPr>
              <a:t>4.89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715768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Propreté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2779776"/>
            <a:ext cx="694578" cy="1828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274320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79344"/>
                </a:solidFill>
              </a:rPr>
              <a:t>4.22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099815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3127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Check-in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3163823"/>
            <a:ext cx="804854" cy="1828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3127247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79344"/>
                </a:solidFill>
              </a:rPr>
              <a:t>4.89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3483863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5112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Communication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3547871"/>
            <a:ext cx="822960" cy="1828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3511295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79344"/>
                </a:solidFill>
              </a:rPr>
              <a:t>5.00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867911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38953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Localisation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40" y="3931919"/>
            <a:ext cx="822960" cy="1828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3895343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79344"/>
                </a:solidFill>
              </a:rPr>
              <a:t>5.00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251960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4279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Rapport qualité/prix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4315968"/>
            <a:ext cx="786749" cy="1828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427939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79344"/>
                </a:solidFill>
              </a:rPr>
              <a:t>4.78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6A6A"/>
                </a:solidFill>
              </a:rPr>
              <a:t>❌  Top absents vs Excellent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" y="5166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  •  Hair dryer  (84%)
  •  Heating  (58%)
  •  Shampoo  (57%)
  •  Cleaning products  (53%)</a:t>
            </a:r>
          </a:p>
        </p:txBody>
      </p:sp>
      <p:pic>
        <p:nvPicPr>
          <p:cNvPr id="44" name="Picture 43" descr="_tmp_slide_14464152624664270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05840"/>
            <a:ext cx="8695944" cy="425196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355848" y="5312664"/>
            <a:ext cx="8695944" cy="36576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55848" y="5349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F8EF8"/>
                </a:solidFill>
              </a:rPr>
              <a:t>🎯  Actions prioritaires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55848" y="5687568"/>
            <a:ext cx="3975785505360" cy="8686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5733288"/>
            <a:ext cx="3975785395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🔧 Hair dryer  (84% des Excellent)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5788970936" y="5687568"/>
            <a:ext cx="3975785505360" cy="868680"/>
          </a:xfrm>
          <a:prstGeom prst="rect">
            <a:avLst/>
          </a:prstGeom>
          <a:solidFill>
            <a:srgbClr val="F4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75789044088" y="5733288"/>
            <a:ext cx="3975785395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📉 Précision  (écart -0.64)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0" y="6629400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AA1B5"/>
                </a:solidFill>
              </a:rPr>
              <a:t>UC Rating Optimizer  •  Airbnb Bordeaux  •  24/06/2026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1B5"/>
                </a:solidFill>
              </a:rPr>
              <a:t>Logement 2 / 3  —  ID 13356941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02336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Private room in home  •  Saint-Mdard-en-Jalles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73152"/>
            <a:ext cx="1965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9144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⭐  4.94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548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60120"/>
            <a:ext cx="3246120" cy="589788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1463040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💬 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avis analysés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051560"/>
            <a:ext cx="1463040" cy="868680"/>
          </a:xfrm>
          <a:prstGeom prst="rect">
            <a:avLst/>
          </a:prstGeom>
          <a:solidFill>
            <a:srgbClr val="9A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🏠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équipements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2029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</a:rPr>
              <a:t>Sous-scores actuels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331720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Précision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395728"/>
            <a:ext cx="816376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35915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4.96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715768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Propreté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2779776"/>
            <a:ext cx="822960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274320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5.00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099815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3127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Check-in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3163823"/>
            <a:ext cx="819668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3127247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4.98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3483863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5112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Communication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3547871"/>
            <a:ext cx="816376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3511295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4.96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867911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38953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Localisation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40" y="3931919"/>
            <a:ext cx="803208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3895343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4.88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251960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4279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Rapport qualité/prix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4315968"/>
            <a:ext cx="816376" cy="182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427939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4.96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6A6A"/>
                </a:solidFill>
              </a:rPr>
              <a:t>❌  Top absents vs Excellent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" y="5166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  •  Kitchen  (87%)
  •  Microwave  (81%)
  •  Dishes and silverware  (81%)
  •  Cooking basics  (79%)</a:t>
            </a:r>
          </a:p>
        </p:txBody>
      </p:sp>
      <p:pic>
        <p:nvPicPr>
          <p:cNvPr id="44" name="Picture 43" descr="_tmp_slide_13356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05840"/>
            <a:ext cx="8695944" cy="425196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355848" y="5312664"/>
            <a:ext cx="8695944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55848" y="5349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</a:rPr>
              <a:t>🎯  Actions prioritaires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55848" y="5687568"/>
            <a:ext cx="7951571102160" cy="8686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5733288"/>
            <a:ext cx="7951570992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🔧 Kitchen  (87% des Excellent)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0" y="6629400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AA1B5"/>
                </a:solidFill>
              </a:rPr>
              <a:t>UC Rating Optimizer  •  Airbnb Bordeaux  •  24/06/2026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5486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1B5"/>
                </a:solidFill>
              </a:rPr>
              <a:t>Logement 3 / 3  —  ID 14807979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02336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Private room in guest suite  •  La Bastide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1240" y="73152"/>
            <a:ext cx="1965960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21240" y="91440"/>
            <a:ext cx="1965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⭐  4.92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5486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60120"/>
            <a:ext cx="3246120" cy="5897880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960120"/>
            <a:ext cx="54864" cy="58978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051560"/>
            <a:ext cx="1463040" cy="8686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💬 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avis analysés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051560"/>
            <a:ext cx="1463040" cy="868680"/>
          </a:xfrm>
          <a:prstGeom prst="rect">
            <a:avLst/>
          </a:prstGeom>
          <a:solidFill>
            <a:srgbClr val="9AA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10972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🏠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5819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équipements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20299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344"/>
                </a:solidFill>
              </a:rPr>
              <a:t>Sous-scores actuels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331720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Précision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395728"/>
            <a:ext cx="813084" cy="1828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35915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4.94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715768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Propreté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2779776"/>
            <a:ext cx="818022" cy="1828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2743200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4.97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099815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312724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Check-in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3163823"/>
            <a:ext cx="814730" cy="1828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3127247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4.95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3483863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" y="351129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Communication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3547871"/>
            <a:ext cx="818022" cy="1828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3511295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4.97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867911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389534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Localisation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40" y="3931919"/>
            <a:ext cx="783457" cy="1828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3895343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4.76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251960"/>
            <a:ext cx="29718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4279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Rapport qualité/prix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4315968"/>
            <a:ext cx="798271" cy="182880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4279392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4D399"/>
                </a:solidFill>
              </a:rPr>
              <a:t>4.85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" y="4892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6A6A"/>
                </a:solidFill>
              </a:rPr>
              <a:t>❌  Top absents vs Excellent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" y="5166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</a:rPr>
              <a:t>  •  Kitchen  (88%)
  •  Dishes and silverware  (81%)
  •  Cooking basics  (75%)
  •  Microwave  (70%)</a:t>
            </a:r>
          </a:p>
        </p:txBody>
      </p:sp>
      <p:pic>
        <p:nvPicPr>
          <p:cNvPr id="44" name="Picture 43" descr="_tmp_slide_148079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05840"/>
            <a:ext cx="8695944" cy="425196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3355848" y="5312664"/>
            <a:ext cx="8695944" cy="36576"/>
          </a:xfrm>
          <a:prstGeom prst="rect">
            <a:avLst/>
          </a:prstGeom>
          <a:solidFill>
            <a:srgbClr val="F79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55848" y="53492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79344"/>
                </a:solidFill>
              </a:rPr>
              <a:t>🎯  Actions prioritaires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55848" y="5687568"/>
            <a:ext cx="7951571102160" cy="86868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29000" y="5733288"/>
            <a:ext cx="7951570992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🔧 Kitchen  (88% des Excellent)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0" y="6629400"/>
            <a:ext cx="121889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9AA1B5"/>
                </a:solidFill>
              </a:rPr>
              <a:t>UC Rating Optimizer  •  Airbnb Bordeaux  •  24/06/2026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1B5"/>
                </a:solidFill>
              </a:rPr>
              <a:t>UC Rating Optimizer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86200"/>
            <a:ext cx="3044952" cy="45720"/>
          </a:xfrm>
          <a:prstGeom prst="rect">
            <a:avLst/>
          </a:prstGeom>
          <a:solidFill>
            <a:srgbClr val="4F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A1B5"/>
                </a:solidFill>
              </a:rPr>
              <a:t>Airbnb Bordeaux — Analyse data &amp; recommandations personnalisées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