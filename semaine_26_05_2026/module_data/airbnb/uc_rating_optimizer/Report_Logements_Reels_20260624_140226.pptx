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7C3"/>
                </a:solidFill>
              </a:rPr>
              <a:t>Validation terrain — Logements réels Bordeaux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A1A2E"/>
                </a:solidFill>
              </a:rPr>
              <a:t>Test sur des logements
aléatoires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54680"/>
            <a:ext cx="2743200" cy="36576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7C3"/>
                </a:solidFill>
              </a:rPr>
              <a:t>3 logement(s) sélectionné(s) au hasard  •  24/06/2026 à 14:02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8EF8"/>
                </a:solidFill>
              </a:rPr>
              <a:t>UC Rating Optimizer — Airbnb Bordeaux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343400"/>
            <a:ext cx="2926080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1655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3×  Excellent (4.8+)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7C3"/>
                </a:solidFill>
              </a:rPr>
              <a:t>Logement 1/3  —  ID 9822610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Entire townhouse  •  Bordeaux Sud</a:t>
            </a:r>
          </a:p>
        </p:txBody>
      </p:sp>
      <p:sp>
        <p:nvSpPr>
          <p:cNvPr id="6" name="Rectangle 5"/>
          <p:cNvSpPr/>
          <p:nvPr/>
        </p:nvSpPr>
        <p:spPr>
          <a:xfrm>
            <a:off x="9966960" y="91440"/>
            <a:ext cx="1920240" cy="8961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1097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⭐ 4.93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035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Excellent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2103120" cy="1188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💬 152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Avis analysés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188720"/>
            <a:ext cx="2103120" cy="118872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🏠 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Équipements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188720"/>
            <a:ext cx="2103120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📊 4.89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Précision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188720"/>
            <a:ext cx="2103120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📊 4.90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Propreté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188720"/>
            <a:ext cx="2103120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📊 4.92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Check-in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560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8EF8"/>
                </a:solidFill>
              </a:rPr>
              <a:t>📝  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8803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At 5 minutes from St Jean train station, 10 minutes from the inner city and close to the tram that leads to the airport.&lt;br /&gt;Located in a very quiet street, 120m² house with 3 bedrooms upstairs, kitchen, terrace.&lt;br /&gt;Have a good stay 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77639"/>
            <a:ext cx="53949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0416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</a:rPr>
              <a:t>✅  Présents (sélection)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3708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Kitchen  •  Hair dryer  •  Iron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77639"/>
            <a:ext cx="5577840" cy="36576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0416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6A6A"/>
                </a:solidFill>
              </a:rPr>
              <a:t>❌  Absents (sélection)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3708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Wifi  •  Air conditioning  •  Washer  •  Elevator  •  Free parking on premises  •  TV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846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7C3"/>
                </a:solidFill>
              </a:rPr>
              <a:t>📍  Référence : Bordeaux Sud  (567 logements Excellent 4.8+)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UC Rating Optimizer — Airbnb Bordeaux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7C3"/>
                </a:solidFill>
              </a:rPr>
              <a:t>Recommandations — Logement 1/3  —  ID 9822610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Entire townhouse  •  Bordeaux Sud  •  ⭐ 4.93  —  Excellent (4.8+)</a:t>
            </a:r>
          </a:p>
        </p:txBody>
      </p:sp>
      <p:pic>
        <p:nvPicPr>
          <p:cNvPr id="6" name="Picture 5" descr="_tmp_pptx_chart_98226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40312" cy="3337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434840"/>
            <a:ext cx="11640312" cy="36576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50799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8EF8"/>
                </a:solidFill>
              </a:rPr>
              <a:t>🎯  Actions prioritaires recommandées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937760"/>
            <a:ext cx="3657600" cy="9144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983480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🔧 Ajouter : Wifi  (87% des Excellent 4.8+ en ont un)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4937760"/>
            <a:ext cx="3657600" cy="91440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4983480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📉 Améliorer : Précision  (écart -0.07 vs référence)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UC Rating Optimizer — Airbnb Bordeaux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7C3"/>
                </a:solidFill>
              </a:rPr>
              <a:t>Logement 2/3  —  ID 1012801933528005539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Private room in casa particular  •  Nansouty - Saint Gens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966960" y="91440"/>
            <a:ext cx="1920240" cy="8961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1097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⭐ 5.00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035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Excellent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2103120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💬 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Avis analysés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188720"/>
            <a:ext cx="2103120" cy="118872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🏠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Équipements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188720"/>
            <a:ext cx="2103120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📊 5.00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Précision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188720"/>
            <a:ext cx="2103120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📊 5.00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Propreté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188720"/>
            <a:ext cx="2103120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📊 5.00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Check-in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560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</a:rPr>
              <a:t>📝  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8803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Bright and spacious private room, quiet while being close to the city center. Place Nansouty next door as well as tram B, Bergonié.&lt;br /&gt;The room has a very comfortable 140 bed. The shower room and separate toilet are private. Towels and a hairdryer will be at…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77639"/>
            <a:ext cx="53949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0416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</a:rPr>
              <a:t>✅  Présents (sélection)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3708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Wifi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77639"/>
            <a:ext cx="5577840" cy="36576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0416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6A6A"/>
                </a:solidFill>
              </a:rPr>
              <a:t>❌  Absents (sélection)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3708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Air conditioning  •  Kitchen  •  Washer  •  Elevator  •  Free parking on premises  •  TV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846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7C3"/>
                </a:solidFill>
              </a:rPr>
              <a:t>📍  Référence : Nansouty - Saint Gens  (204 logements Excellent 4.8+)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UC Rating Optimizer — Airbnb Bordeaux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7C3"/>
                </a:solidFill>
              </a:rPr>
              <a:t>Recommandations — Logement 2/3  —  ID 1012801933528005539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Private room in casa particular  •  Nansouty - Saint Gens  •  ⭐ 5.00  —  Excellent (4.8+)</a:t>
            </a:r>
          </a:p>
        </p:txBody>
      </p:sp>
      <p:pic>
        <p:nvPicPr>
          <p:cNvPr id="6" name="Picture 5" descr="_tmp_pptx_chart_10128019335280055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40312" cy="3337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434840"/>
            <a:ext cx="11640312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50799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</a:rPr>
              <a:t>🎯  Actions prioritaires recommandées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937760"/>
            <a:ext cx="3657600" cy="9144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983480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🔧 Ajouter : Kitchen  (88% des Excellent 4.8+ en ont un)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UC Rating Optimizer — Airbnb Bordeaux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7C3"/>
                </a:solidFill>
              </a:rPr>
              <a:t>Logement 3/3  —  ID 888980703466949341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Entire rental unit  •  Bordeaux Sud</a:t>
            </a:r>
          </a:p>
        </p:txBody>
      </p:sp>
      <p:sp>
        <p:nvSpPr>
          <p:cNvPr id="6" name="Rectangle 5"/>
          <p:cNvSpPr/>
          <p:nvPr/>
        </p:nvSpPr>
        <p:spPr>
          <a:xfrm>
            <a:off x="9966960" y="91440"/>
            <a:ext cx="1920240" cy="8961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1097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⭐ 5.00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035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Excellent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2103120" cy="118872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💬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Avis analysés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188720"/>
            <a:ext cx="2103120" cy="1188720"/>
          </a:xfrm>
          <a:prstGeom prst="rect">
            <a:avLst/>
          </a:prstGeom>
          <a:solidFill>
            <a:srgbClr val="B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🏠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Équipements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188720"/>
            <a:ext cx="2103120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📊 5.00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Précision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188720"/>
            <a:ext cx="2103120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📊 4.93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Propreté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188720"/>
            <a:ext cx="2103120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26187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📊 5.00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Check-in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560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9344"/>
                </a:solidFill>
              </a:rPr>
              <a:t>📝  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8803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Beautiful cozy apartment on the 2nd and top floor, recently renovated in the lively and dynamic district of Saint-Michel in Bordeaux!&lt;br /&gt;In a very quiet residence, you get all the comforts. &lt;br /&gt;The plus: a free and secure parking space at the "Salinières" 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77639"/>
            <a:ext cx="53949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0416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</a:rPr>
              <a:t>✅  Présents (sélection)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3708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Kitchen  •  Hair dryer  •  Iron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77639"/>
            <a:ext cx="5577840" cy="36576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0416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6A6A"/>
                </a:solidFill>
              </a:rPr>
              <a:t>❌  Absents (sélection)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3708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Wifi  •  Air conditioning  •  Washer  •  Elevator  •  Free parking on premises  •  TV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846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7C3"/>
                </a:solidFill>
              </a:rPr>
              <a:t>📍  Référence : Bordeaux Sud  (567 logements Excellent 4.8+)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UC Rating Optimizer — Airbnb Bordeaux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7C3"/>
                </a:solidFill>
              </a:rPr>
              <a:t>Recommandations — Logement 3/3  —  ID 888980703466949341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Entire rental unit  •  Bordeaux Sud  •  ⭐ 5.00  —  Excellent (4.8+)</a:t>
            </a:r>
          </a:p>
        </p:txBody>
      </p:sp>
      <p:pic>
        <p:nvPicPr>
          <p:cNvPr id="6" name="Picture 5" descr="_tmp_pptx_chart_888980703466949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40312" cy="3337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434840"/>
            <a:ext cx="11640312" cy="36576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50799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79344"/>
                </a:solidFill>
              </a:rPr>
              <a:t>🎯  Actions prioritaires recommandées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937760"/>
            <a:ext cx="3657600" cy="9144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983480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🔧 Ajouter : Wifi  (87% des Excellent 4.8+ en ont un)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4937760"/>
            <a:ext cx="3657600" cy="91440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4983480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🗣️ Résoudre : Climatisation / Chauffage  (6.7% de vos avis le mentionnent)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4937760"/>
            <a:ext cx="3657600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983480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📉 Améliorer : Précision  (écart -0.26 vs référence)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UC Rating Optimizer — Airbnb Bordeaux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7C3"/>
                </a:solidFill>
              </a:rPr>
              <a:t>UC Rating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231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840480"/>
            <a:ext cx="3044952" cy="36576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7C3"/>
                </a:solidFill>
              </a:rPr>
              <a:t>Airbnb Bordeaux — Analyse data &amp; recommandations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7C3"/>
                </a:solidFill>
              </a:rPr>
              <a:t>24/06/2026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